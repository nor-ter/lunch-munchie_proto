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95"/>
  </p:normalViewPr>
  <p:slideViewPr>
    <p:cSldViewPr snapToGrid="0">
      <p:cViewPr varScale="1">
        <p:scale>
          <a:sx n="120" d="100"/>
          <a:sy n="120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B1BB98D-D92E-47AB-9E9B-155D15840C7D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590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0">
                <a:solidFill>
                  <a:srgbClr val="666666"/>
                </a:solidFill>
              </a:defRPr>
            </a:pPr>
            <a:r>
              <a:rPr sz="2625" b="0">
                <a:solidFill>
                  <a:srgbClr val="666666"/>
                </a:solidFill>
              </a:rPr>
              <a:t>인생네컷 매장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358BCD-93C2-43AF-A1A5-11E221AF11A8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619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222222"/>
                </a:solidFill>
              </a:defRPr>
            </a:pPr>
            <a:r>
              <a:rPr sz="3750" b="1">
                <a:solidFill>
                  <a:srgbClr val="222222"/>
                </a:solidFill>
              </a:rPr>
              <a:t>리모델링 제안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B560A2F-4BE4-4619-B33D-DDAB47248222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5048250" cy="0"/>
          </a:xfrm>
          <a:prstGeom prst="line">
            <a:avLst/>
          </a:prstGeom>
          <a:noFill/>
          <a:ln w="47625">
            <a:solidFill>
              <a:srgbClr val="E83E8C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95FA94-45FA-4A37-9280-C074B7A177CB}"/>
              </a:ext>
            </a:extLst>
          </p:cNvPr>
          <p:cNvSpPr>
            <a:spLocks noGrp="1"/>
          </p:cNvSpPr>
          <p:nvPr/>
        </p:nvSpPr>
        <p:spPr>
          <a:xfrm>
            <a:off x="704850" y="3638550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대기 공간 · 대형 거울 · 프롭 선반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67700" y="458788"/>
            <a:ext cx="2724150" cy="590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71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635686E-2C15-4481-BADB-8D981645453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222222"/>
                </a:solidFill>
              </a:defRPr>
            </a:pPr>
            <a:r>
              <a:rPr sz="2625" b="1">
                <a:solidFill>
                  <a:srgbClr val="222222"/>
                </a:solidFill>
              </a:rPr>
              <a:t>1. 대기 공간 리모델링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939CF130-2C82-45B0-BB0D-CB72AA2B1CD2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</a:ln>
        </p:spPr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 rot="5400000">
            <a:off x="1722189" y="2176874"/>
            <a:ext cx="3075166" cy="173131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07265" y="1562100"/>
            <a:ext cx="1406769" cy="304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08620B0-2C09-4E99-B713-2917E0B878F1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514350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C660F5-B80D-4CF8-B688-A2A6F67FB5DB}"/>
              </a:ext>
            </a:extLst>
          </p:cNvPr>
          <p:cNvSpPr>
            <a:spLocks noGrp="1"/>
          </p:cNvSpPr>
          <p:nvPr/>
        </p:nvSpPr>
        <p:spPr>
          <a:xfrm>
            <a:off x="6438900" y="1143000"/>
            <a:ext cx="514350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86353-6190-47DA-8A02-AFE29E31959F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666666"/>
                </a:solidFill>
              </a:defRPr>
            </a:pPr>
            <a:r>
              <a:rPr sz="1350" b="1">
                <a:solidFill>
                  <a:srgbClr val="666666"/>
                </a:solidFill>
              </a:rPr>
              <a:t>현재 상태  ·  사진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A833B-5F5D-44E6-9AD3-82CD6217DDF1}"/>
              </a:ext>
            </a:extLst>
          </p:cNvPr>
          <p:cNvSpPr>
            <a:spLocks noGrp="1"/>
          </p:cNvSpPr>
          <p:nvPr/>
        </p:nvSpPr>
        <p:spPr>
          <a:xfrm>
            <a:off x="6438900" y="12382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666666"/>
                </a:solidFill>
              </a:defRPr>
            </a:pPr>
            <a:r>
              <a:rPr sz="1350" b="1">
                <a:solidFill>
                  <a:srgbClr val="666666"/>
                </a:solidFill>
              </a:rPr>
              <a:t>제안 예시  ·  사진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003C3F-5791-4D6C-AE43-0CD4DA3309EA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715F3B-A731-401F-9A3C-A24EE9A92BF4}"/>
              </a:ext>
            </a:extLst>
          </p:cNvPr>
          <p:cNvSpPr>
            <a:spLocks noGrp="1"/>
          </p:cNvSpPr>
          <p:nvPr/>
        </p:nvSpPr>
        <p:spPr>
          <a:xfrm>
            <a:off x="1028700" y="476250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 dirty="0" err="1">
                <a:solidFill>
                  <a:srgbClr val="222222"/>
                </a:solidFill>
              </a:rPr>
              <a:t>ㄱ자형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의자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설치</a:t>
            </a:r>
            <a:r>
              <a:rPr lang="en-US" altLang="ko-KR" sz="1500" dirty="0">
                <a:solidFill>
                  <a:srgbClr val="222222"/>
                </a:solidFill>
              </a:rPr>
              <a:t>: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손님이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음료를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쏟을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수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있으므로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패브릭이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아닌</a:t>
            </a:r>
            <a:r>
              <a:rPr sz="1500" b="0" dirty="0">
                <a:solidFill>
                  <a:srgbClr val="222222"/>
                </a:solidFill>
              </a:rPr>
              <a:t>, </a:t>
            </a:r>
            <a:r>
              <a:rPr sz="1500" b="0" dirty="0" err="1">
                <a:solidFill>
                  <a:srgbClr val="222222"/>
                </a:solidFill>
              </a:rPr>
              <a:t>닦기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쉬운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재질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사용</a:t>
            </a:r>
            <a:endParaRPr sz="1500" b="0" dirty="0">
              <a:solidFill>
                <a:srgbClr val="22222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83C30F-2E2B-4200-9503-34A9EB5DA59D}"/>
              </a:ext>
            </a:extLst>
          </p:cNvPr>
          <p:cNvSpPr>
            <a:spLocks noGrp="1"/>
          </p:cNvSpPr>
          <p:nvPr/>
        </p:nvSpPr>
        <p:spPr>
          <a:xfrm>
            <a:off x="723900" y="51625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648E14-549B-4BFE-B8CE-4F7DFCF31C74}"/>
              </a:ext>
            </a:extLst>
          </p:cNvPr>
          <p:cNvSpPr>
            <a:spLocks noGrp="1"/>
          </p:cNvSpPr>
          <p:nvPr/>
        </p:nvSpPr>
        <p:spPr>
          <a:xfrm>
            <a:off x="1028700" y="516255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 dirty="0" err="1">
                <a:solidFill>
                  <a:srgbClr val="222222"/>
                </a:solidFill>
              </a:rPr>
              <a:t>왼쪽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벽에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큰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판거울과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긴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선반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설치</a:t>
            </a:r>
            <a:endParaRPr sz="1500" b="0" dirty="0">
              <a:solidFill>
                <a:srgbClr val="22222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0229FC-435C-4C3D-8BAA-022463E1B882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2BC156-D293-4399-92F8-9CB474BF1D39}"/>
              </a:ext>
            </a:extLst>
          </p:cNvPr>
          <p:cNvSpPr>
            <a:spLocks noGrp="1"/>
          </p:cNvSpPr>
          <p:nvPr/>
        </p:nvSpPr>
        <p:spPr>
          <a:xfrm>
            <a:off x="1028700" y="556260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선반에 헤어드라이어, 고데기, 포토커터 등 사진을 자르는 도구 배치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380BC8-9D64-4093-8272-1F8ED7CAFF04}"/>
              </a:ext>
            </a:extLst>
          </p:cNvPr>
          <p:cNvSpPr>
            <a:spLocks noGrp="1"/>
          </p:cNvSpPr>
          <p:nvPr/>
        </p:nvSpPr>
        <p:spPr>
          <a:xfrm>
            <a:off x="723900" y="59626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8EFFA4-82E4-497E-A70D-11CABBAF46B8}"/>
              </a:ext>
            </a:extLst>
          </p:cNvPr>
          <p:cNvSpPr>
            <a:spLocks noGrp="1"/>
          </p:cNvSpPr>
          <p:nvPr/>
        </p:nvSpPr>
        <p:spPr>
          <a:xfrm>
            <a:off x="1028700" y="596265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공간이 밝아지도록 조명 추가</a:t>
            </a:r>
          </a:p>
        </p:txBody>
      </p:sp>
    </p:spTree>
    <p:extLst>
      <p:ext uri="{BB962C8B-B14F-4D97-AF65-F5344CB8AC3E}">
        <p14:creationId xmlns:p14="http://schemas.microsoft.com/office/powerpoint/2010/main" val="1765798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825A802-BAEC-42A2-9EE7-2EF375A3DC4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222222"/>
                </a:solidFill>
              </a:defRPr>
            </a:pPr>
            <a:r>
              <a:rPr sz="2625" b="1">
                <a:solidFill>
                  <a:srgbClr val="222222"/>
                </a:solidFill>
              </a:rPr>
              <a:t>2. 포토보드 이동 및 대형 벽거울 설치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B971FE6-96B0-42E0-BF98-D1776E66AD3A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</a:ln>
        </p:spPr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638205"/>
            <a:ext cx="5143500" cy="289579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38900" y="1749013"/>
            <a:ext cx="5143500" cy="267417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D6B974-70E0-43F5-B595-304BCAB43636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514350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0EA6AD-95A6-4570-AD30-741B72982631}"/>
              </a:ext>
            </a:extLst>
          </p:cNvPr>
          <p:cNvSpPr>
            <a:spLocks noGrp="1"/>
          </p:cNvSpPr>
          <p:nvPr/>
        </p:nvSpPr>
        <p:spPr>
          <a:xfrm>
            <a:off x="6438900" y="1143000"/>
            <a:ext cx="514350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E878C-7576-4F93-AE0C-F7FDDAB1566B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666666"/>
                </a:solidFill>
              </a:defRPr>
            </a:pPr>
            <a:r>
              <a:rPr sz="1350" b="1" dirty="0" err="1">
                <a:solidFill>
                  <a:srgbClr val="666666"/>
                </a:solidFill>
              </a:rPr>
              <a:t>현재</a:t>
            </a:r>
            <a:r>
              <a:rPr sz="1350" b="1" dirty="0">
                <a:solidFill>
                  <a:srgbClr val="666666"/>
                </a:solidFill>
              </a:rPr>
              <a:t> </a:t>
            </a:r>
            <a:r>
              <a:rPr sz="1350" b="1" dirty="0" err="1">
                <a:solidFill>
                  <a:srgbClr val="666666"/>
                </a:solidFill>
              </a:rPr>
              <a:t>상태</a:t>
            </a:r>
            <a:endParaRPr sz="1350" b="1" dirty="0">
              <a:solidFill>
                <a:srgbClr val="66666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A5B5BE-3936-4E52-A11B-F370D41F244E}"/>
              </a:ext>
            </a:extLst>
          </p:cNvPr>
          <p:cNvSpPr>
            <a:spLocks noGrp="1"/>
          </p:cNvSpPr>
          <p:nvPr/>
        </p:nvSpPr>
        <p:spPr>
          <a:xfrm>
            <a:off x="6438900" y="12382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666666"/>
                </a:solidFill>
              </a:defRPr>
            </a:pPr>
            <a:r>
              <a:rPr sz="1350" b="1" dirty="0" err="1">
                <a:solidFill>
                  <a:srgbClr val="666666"/>
                </a:solidFill>
              </a:rPr>
              <a:t>제안</a:t>
            </a:r>
            <a:r>
              <a:rPr sz="1350" b="1" dirty="0">
                <a:solidFill>
                  <a:srgbClr val="666666"/>
                </a:solidFill>
              </a:rPr>
              <a:t> </a:t>
            </a:r>
            <a:r>
              <a:rPr sz="1350" b="1" dirty="0" err="1">
                <a:solidFill>
                  <a:srgbClr val="666666"/>
                </a:solidFill>
              </a:rPr>
              <a:t>예시</a:t>
            </a:r>
            <a:endParaRPr sz="1350" b="1" dirty="0">
              <a:solidFill>
                <a:srgbClr val="66666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B64835-8DFD-46ED-97D5-A24EBBB87566}"/>
              </a:ext>
            </a:extLst>
          </p:cNvPr>
          <p:cNvSpPr>
            <a:spLocks noGrp="1"/>
          </p:cNvSpPr>
          <p:nvPr/>
        </p:nvSpPr>
        <p:spPr>
          <a:xfrm>
            <a:off x="723900" y="48196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1B2D72-7E4E-4C0D-9592-3111A4609B34}"/>
              </a:ext>
            </a:extLst>
          </p:cNvPr>
          <p:cNvSpPr>
            <a:spLocks noGrp="1"/>
          </p:cNvSpPr>
          <p:nvPr/>
        </p:nvSpPr>
        <p:spPr>
          <a:xfrm>
            <a:off x="1028700" y="481965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현재 오른쪽에 있는 포토보드를 촬영방 사이 벽으로 이동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167AE6-C385-43A8-AA82-2975A9BB6797}"/>
              </a:ext>
            </a:extLst>
          </p:cNvPr>
          <p:cNvSpPr>
            <a:spLocks noGrp="1"/>
          </p:cNvSpPr>
          <p:nvPr/>
        </p:nvSpPr>
        <p:spPr>
          <a:xfrm>
            <a:off x="723900" y="52197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5C11AF-90E0-4D63-8567-8252BC35C298}"/>
              </a:ext>
            </a:extLst>
          </p:cNvPr>
          <p:cNvSpPr>
            <a:spLocks noGrp="1"/>
          </p:cNvSpPr>
          <p:nvPr/>
        </p:nvSpPr>
        <p:spPr>
          <a:xfrm>
            <a:off x="1028700" y="521970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 dirty="0" err="1">
                <a:solidFill>
                  <a:srgbClr val="222222"/>
                </a:solidFill>
              </a:rPr>
              <a:t>기존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포토보드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자리에는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아주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큰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벽거울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설치</a:t>
            </a:r>
            <a:endParaRPr sz="1500" b="0" dirty="0">
              <a:solidFill>
                <a:srgbClr val="22222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0BF06B-98A9-4B81-B424-F76DDCA543D2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E3142-E8A5-48BA-9143-78BD5C78C805}"/>
              </a:ext>
            </a:extLst>
          </p:cNvPr>
          <p:cNvSpPr>
            <a:spLocks noGrp="1"/>
          </p:cNvSpPr>
          <p:nvPr/>
        </p:nvSpPr>
        <p:spPr>
          <a:xfrm>
            <a:off x="1028700" y="561975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거울은 더 크게 설치하고, 가능한 부분에 LED 엣지조명을 추가해 밖에서도 화사하고 밝게 보이도록 구성</a:t>
            </a:r>
          </a:p>
        </p:txBody>
      </p:sp>
    </p:spTree>
    <p:extLst>
      <p:ext uri="{BB962C8B-B14F-4D97-AF65-F5344CB8AC3E}">
        <p14:creationId xmlns:p14="http://schemas.microsoft.com/office/powerpoint/2010/main" val="958679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1D45DF-85B9-4610-AF93-16F8F29CF14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222222"/>
                </a:solidFill>
              </a:defRPr>
            </a:pPr>
            <a:r>
              <a:rPr sz="2625" b="1">
                <a:solidFill>
                  <a:srgbClr val="222222"/>
                </a:solidFill>
              </a:rPr>
              <a:t>3. 헤어드라이어 자리를 프롭 선반으로 변경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F0279B1E-ED18-43B8-AF13-DEB306F0299F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</a:ln>
        </p:spPr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638205"/>
            <a:ext cx="5143500" cy="289579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07265" y="1562100"/>
            <a:ext cx="1406769" cy="304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FA3845-D8F1-4D7E-A5FD-49A0BB54436B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514350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3193AD-191F-42B5-B479-C07CE145E72E}"/>
              </a:ext>
            </a:extLst>
          </p:cNvPr>
          <p:cNvSpPr>
            <a:spLocks noGrp="1"/>
          </p:cNvSpPr>
          <p:nvPr/>
        </p:nvSpPr>
        <p:spPr>
          <a:xfrm>
            <a:off x="6438900" y="1143000"/>
            <a:ext cx="514350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7BCDBC-55F2-4107-80B9-B761FB61BCFC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666666"/>
                </a:solidFill>
              </a:defRPr>
            </a:pPr>
            <a:r>
              <a:rPr sz="1350" b="1" dirty="0" err="1">
                <a:solidFill>
                  <a:srgbClr val="666666"/>
                </a:solidFill>
              </a:rPr>
              <a:t>현재</a:t>
            </a:r>
            <a:r>
              <a:rPr sz="1350" b="1" dirty="0">
                <a:solidFill>
                  <a:srgbClr val="666666"/>
                </a:solidFill>
              </a:rPr>
              <a:t> </a:t>
            </a:r>
            <a:r>
              <a:rPr sz="1350" b="1" dirty="0" err="1">
                <a:solidFill>
                  <a:srgbClr val="666666"/>
                </a:solidFill>
              </a:rPr>
              <a:t>상태</a:t>
            </a:r>
            <a:endParaRPr sz="1350" b="1" dirty="0">
              <a:solidFill>
                <a:srgbClr val="66666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1CCFBC-9350-4AC0-9748-800BFB9C6863}"/>
              </a:ext>
            </a:extLst>
          </p:cNvPr>
          <p:cNvSpPr>
            <a:spLocks noGrp="1"/>
          </p:cNvSpPr>
          <p:nvPr/>
        </p:nvSpPr>
        <p:spPr>
          <a:xfrm>
            <a:off x="6438900" y="12382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666666"/>
                </a:solidFill>
              </a:defRPr>
            </a:pPr>
            <a:r>
              <a:rPr sz="1350" b="1" dirty="0" err="1">
                <a:solidFill>
                  <a:srgbClr val="666666"/>
                </a:solidFill>
              </a:rPr>
              <a:t>제안</a:t>
            </a:r>
            <a:r>
              <a:rPr sz="1350" b="1" dirty="0">
                <a:solidFill>
                  <a:srgbClr val="666666"/>
                </a:solidFill>
              </a:rPr>
              <a:t> </a:t>
            </a:r>
            <a:r>
              <a:rPr sz="1350" b="1" dirty="0" err="1">
                <a:solidFill>
                  <a:srgbClr val="666666"/>
                </a:solidFill>
              </a:rPr>
              <a:t>예시</a:t>
            </a:r>
            <a:endParaRPr sz="1350" b="1" dirty="0">
              <a:solidFill>
                <a:srgbClr val="66666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7ADCAE-083C-4B1E-8973-D375894300B5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90300D-5C71-4B46-840F-8624E37275AD}"/>
              </a:ext>
            </a:extLst>
          </p:cNvPr>
          <p:cNvSpPr>
            <a:spLocks noGrp="1"/>
          </p:cNvSpPr>
          <p:nvPr/>
        </p:nvSpPr>
        <p:spPr>
          <a:xfrm>
            <a:off x="1028700" y="485775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왼쪽 헤어드라이어 테이블을 치우고, 해당 자리에 깔끔한 디자인의 프롭 선반 설치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B8611B-9D0F-400A-948C-CEC7692D1F00}"/>
              </a:ext>
            </a:extLst>
          </p:cNvPr>
          <p:cNvSpPr>
            <a:spLocks noGrp="1"/>
          </p:cNvSpPr>
          <p:nvPr/>
        </p:nvSpPr>
        <p:spPr>
          <a:xfrm>
            <a:off x="723900" y="52578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DD6F8-7C7A-45EF-8DD9-B3CD8CDE012A}"/>
              </a:ext>
            </a:extLst>
          </p:cNvPr>
          <p:cNvSpPr>
            <a:spLocks noGrp="1"/>
          </p:cNvSpPr>
          <p:nvPr/>
        </p:nvSpPr>
        <p:spPr>
          <a:xfrm>
            <a:off x="1028700" y="525780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 dirty="0" err="1">
                <a:solidFill>
                  <a:srgbClr val="222222"/>
                </a:solidFill>
              </a:rPr>
              <a:t>드라이어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테이블이</a:t>
            </a:r>
            <a:r>
              <a:rPr sz="1500" b="0" dirty="0">
                <a:solidFill>
                  <a:srgbClr val="222222"/>
                </a:solidFill>
              </a:rPr>
              <a:t> 2개이므로 </a:t>
            </a:r>
            <a:r>
              <a:rPr sz="1500" b="0" dirty="0" err="1">
                <a:solidFill>
                  <a:srgbClr val="222222"/>
                </a:solidFill>
              </a:rPr>
              <a:t>프롭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선반</a:t>
            </a:r>
            <a:r>
              <a:rPr sz="1500" b="0" dirty="0">
                <a:solidFill>
                  <a:srgbClr val="222222"/>
                </a:solidFill>
              </a:rPr>
              <a:t> 2개 </a:t>
            </a:r>
            <a:r>
              <a:rPr sz="1500" b="0" dirty="0" err="1">
                <a:solidFill>
                  <a:srgbClr val="222222"/>
                </a:solidFill>
              </a:rPr>
              <a:t>추가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가능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lang="en-US" altLang="ko-KR" sz="1500" b="0" dirty="0">
                <a:solidFill>
                  <a:srgbClr val="222222"/>
                </a:solidFill>
              </a:rPr>
              <a:t>-</a:t>
            </a:r>
            <a:r>
              <a:rPr sz="1500" b="0" dirty="0">
                <a:solidFill>
                  <a:srgbClr val="222222"/>
                </a:solidFill>
              </a:rPr>
              <a:t> </a:t>
            </a:r>
            <a:r>
              <a:rPr sz="1500" b="0" dirty="0" err="1">
                <a:solidFill>
                  <a:srgbClr val="222222"/>
                </a:solidFill>
              </a:rPr>
              <a:t>헤드기어용</a:t>
            </a:r>
            <a:r>
              <a:rPr sz="1500" b="0" dirty="0">
                <a:solidFill>
                  <a:srgbClr val="222222"/>
                </a:solidFill>
              </a:rPr>
              <a:t> 1개, </a:t>
            </a:r>
            <a:r>
              <a:rPr sz="1500" b="0" dirty="0" err="1">
                <a:solidFill>
                  <a:srgbClr val="222222"/>
                </a:solidFill>
              </a:rPr>
              <a:t>머리띠용</a:t>
            </a:r>
            <a:r>
              <a:rPr sz="1500" b="0" dirty="0">
                <a:solidFill>
                  <a:srgbClr val="222222"/>
                </a:solidFill>
              </a:rPr>
              <a:t> 1개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4DB371-E72B-4229-A8EB-7C821140086B}"/>
              </a:ext>
            </a:extLst>
          </p:cNvPr>
          <p:cNvSpPr>
            <a:spLocks noGrp="1"/>
          </p:cNvSpPr>
          <p:nvPr/>
        </p:nvSpPr>
        <p:spPr>
          <a:xfrm>
            <a:off x="723900" y="56578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790226-5113-4883-B3C4-14831B0121C5}"/>
              </a:ext>
            </a:extLst>
          </p:cNvPr>
          <p:cNvSpPr>
            <a:spLocks noGrp="1"/>
          </p:cNvSpPr>
          <p:nvPr/>
        </p:nvSpPr>
        <p:spPr>
          <a:xfrm>
            <a:off x="1028700" y="565785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프롭 선택지를 현재보다 약 1.5배 늘리는 방향</a:t>
            </a:r>
          </a:p>
        </p:txBody>
      </p:sp>
    </p:spTree>
    <p:extLst>
      <p:ext uri="{BB962C8B-B14F-4D97-AF65-F5344CB8AC3E}">
        <p14:creationId xmlns:p14="http://schemas.microsoft.com/office/powerpoint/2010/main" val="6448865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Macintosh PowerPoint</Application>
  <DocSecurity>0</DocSecurity>
  <PresentationFormat>Widescreen</PresentationFormat>
  <Paragraphs>32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황인성(2018212046)</cp:lastModifiedBy>
  <cp:revision>1</cp:revision>
  <dcterms:created xsi:type="dcterms:W3CDTF">2026-07-15T12:12:21Z</dcterms:created>
  <dcterms:modified xsi:type="dcterms:W3CDTF">2026-07-15T12:16:41Z</dcterms:modified>
</cp:coreProperties>
</file>