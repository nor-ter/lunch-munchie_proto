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32f3f8f42246e2" /><Relationship Type="http://schemas.openxmlformats.org/officeDocument/2006/relationships/extended-properties" Target="/docProps/app.xml" Id="R3c9e5828c62740dd" /><Relationship Type="http://schemas.openxmlformats.org/officeDocument/2006/relationships/officeDocument" Target="/ppt/presentation.xml" Id="Rcebd57655e8b4d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e70016dad44b1"/>
  </p:sldMasterIdLst>
  <p:notesMasterIdLst>
    <p:notesMasterId xmlns:r="http://schemas.openxmlformats.org/officeDocument/2006/relationships" r:id="R13db1011075c4965"/>
  </p:notesMasterIdLst>
  <p:sldIdLst>
    <p:sldId xmlns:r="http://schemas.openxmlformats.org/officeDocument/2006/relationships" id="256" r:id="Rbffb1f96ae7c4c93"/>
    <p:sldId xmlns:r="http://schemas.openxmlformats.org/officeDocument/2006/relationships" id="257" r:id="Rb3e77e8ac97b447d"/>
    <p:sldId xmlns:r="http://schemas.openxmlformats.org/officeDocument/2006/relationships" id="258" r:id="R5a192e8aa02b4434"/>
    <p:sldId xmlns:r="http://schemas.openxmlformats.org/officeDocument/2006/relationships" id="259" r:id="Rc72b33334acb47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a3140b8d864e01" /><Relationship Type="http://schemas.openxmlformats.org/officeDocument/2006/relationships/slideMaster" Target="/ppt/slideMasters/slideMaster1.xml" Id="Re0ee70016dad44b1" /><Relationship Type="http://schemas.openxmlformats.org/officeDocument/2006/relationships/notesMaster" Target="/ppt/notesMasters/notesMaster1.xml" Id="R13db1011075c4965" /><Relationship Type="http://schemas.openxmlformats.org/officeDocument/2006/relationships/presProps" Target="/ppt/presProps.xml" Id="R2601588bd8b54673" /><Relationship Type="http://schemas.openxmlformats.org/officeDocument/2006/relationships/tableStyles" Target="/ppt/tableStyles.xml" Id="Re059d9c05e1a4bfc" /><Relationship Type="http://schemas.openxmlformats.org/officeDocument/2006/relationships/slide" Target="/ppt/slides/slide1.xml" Id="Rbffb1f96ae7c4c93" /><Relationship Type="http://schemas.openxmlformats.org/officeDocument/2006/relationships/slide" Target="/ppt/slides/slide2.xml" Id="Rb3e77e8ac97b447d" /><Relationship Type="http://schemas.openxmlformats.org/officeDocument/2006/relationships/slide" Target="/ppt/slides/slide3.xml" Id="R5a192e8aa02b4434" /><Relationship Type="http://schemas.openxmlformats.org/officeDocument/2006/relationships/slide" Target="/ppt/slides/slide4.xml" Id="Rc72b33334acb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4db8f5805e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9c290085834a62" /><Relationship Type="http://schemas.openxmlformats.org/officeDocument/2006/relationships/notesMaster" Target="/ppt/notesMasters/notesMaster1.xml" Id="R715537b0c280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bb27bd88d43df" /><Relationship Type="http://schemas.openxmlformats.org/officeDocument/2006/relationships/notesMaster" Target="/ppt/notesMasters/notesMaster1.xml" Id="Rabcef6f8273a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6d19ecd914fd3" /><Relationship Type="http://schemas.openxmlformats.org/officeDocument/2006/relationships/notesMaster" Target="/ppt/notesMasters/notesMaster1.xml" Id="R66838255995649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013b8b88734972" /><Relationship Type="http://schemas.openxmlformats.org/officeDocument/2006/relationships/notesMaster" Target="/ppt/notesMasters/notesMaster1.xml" Id="Rf19001fc384a4e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682d2748642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fa40596d247ba" /><Relationship Type="http://schemas.openxmlformats.org/officeDocument/2006/relationships/slideLayout" Target="/ppt/slideLayouts/slideLayout1.xml" Id="R0afa1fb9cb0a40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a1fb9cb0a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90cf3385f402e" /><Relationship Type="http://schemas.openxmlformats.org/officeDocument/2006/relationships/image" Target="/ppt/media/image.jpeg" Id="R4ce939f8ff904bca" /><Relationship Type="http://schemas.openxmlformats.org/officeDocument/2006/relationships/notesSlide" Target="/ppt/notesSlides/notesSlide1.xml" Id="R9518f9d62595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6cbc92ba04b90" /><Relationship Type="http://schemas.openxmlformats.org/officeDocument/2006/relationships/image" Target="/ppt/media/image2.jpeg" Id="R3bab5b2edfc3421b" /><Relationship Type="http://schemas.openxmlformats.org/officeDocument/2006/relationships/image" Target="/ppt/media/image3.jpeg" Id="Rd98e65b1e6bb4090" /><Relationship Type="http://schemas.openxmlformats.org/officeDocument/2006/relationships/notesSlide" Target="/ppt/notesSlides/notesSlide2.xml" Id="Rd839b06653c5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e5ac5c334c27" /><Relationship Type="http://schemas.openxmlformats.org/officeDocument/2006/relationships/image" Target="/ppt/media/image4.jpeg" Id="R79b7d00c66314bfe" /><Relationship Type="http://schemas.openxmlformats.org/officeDocument/2006/relationships/image" Target="/ppt/media/image5.jpeg" Id="R1cd3bc5627ff4893" /><Relationship Type="http://schemas.openxmlformats.org/officeDocument/2006/relationships/notesSlide" Target="/ppt/notesSlides/notesSlide3.xml" Id="Rd73193427c73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7ed54765c40ca" /><Relationship Type="http://schemas.openxmlformats.org/officeDocument/2006/relationships/image" Target="/ppt/media/image6.jpeg" Id="Ra402598866c94524" /><Relationship Type="http://schemas.openxmlformats.org/officeDocument/2006/relationships/image" Target="/ppt/media/image7.jpeg" Id="Rf05e34d6a16a45df" /><Relationship Type="http://schemas.openxmlformats.org/officeDocument/2006/relationships/notesSlide" Target="/ppt/notesSlides/notesSlide4.xml" Id="R6a6b8edd188c4b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D7ED5-56C4-4A55-ADDB-4016966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666666"/>
                </a:solidFill>
              </a:defRPr>
            </a:pPr>
            <a:r>
              <a:rPr sz="2625" b="0">
                <a:solidFill>
                  <a:srgbClr val="666666"/>
                </a:solidFill>
              </a:rPr>
              <a:t>인생네컷 매장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9BFDB-2490-401B-8C84-5C6F1270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22222"/>
                </a:solidFill>
              </a:defRPr>
            </a:pPr>
            <a:r>
              <a:rPr sz="3750" b="1">
                <a:solidFill>
                  <a:srgbClr val="222222"/>
                </a:solidFill>
              </a:rPr>
              <a:t>리모델링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44D06-C5A2-49E6-BED7-8E19E588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83E8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B5B3D-9204-47D7-B8EF-23BAC68C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대기 공간 · 대형 거울 · 프롭 선반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939f8ff904bca"/>
          <a:srcRect xmlns:a="http://schemas.openxmlformats.org/drawingml/2006/main" l="0" t="17421" r="0" b="174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17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15B2E-B704-458D-BB51-C7450D57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1. 대기 공간 리모델링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9A3CC-8E1C-47A4-9E04-F97030B3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b5b2edfc3421b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5143500" cy="28956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e65b1e6bb4090"/>
          <a:srcRect xmlns:a="http://schemas.openxmlformats.org/drawingml/2006/main" l="0" t="37009" r="0" b="37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1435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4B071-2D01-4712-9336-DC18128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현재 상태  ·  사진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D0028-AB33-41B5-8ED7-FC697411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제안 예시  ·  사진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2B9D7-6F10-4316-A63B-9D9BBAC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18EF1-D6BC-49EC-A8B3-63F1775A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ㄱ자형 의자 설치 — 손님이 음료를 쏟을 수 있으므로 패브릭이 아닌, 닦기 쉬운 재질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0B2A-9995-4779-A927-553D4FE6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C686E-A1B6-496E-81C2-710B9FE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왼쪽 벽에 큰 판거울과 긴 선반 설치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052E5-3514-492D-AE95-7EC883E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C1B48-A77B-4E27-9475-F1E28A2D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선반에 헤어드라이어, 고데기, 포토커터 등 사진을 자르는 도구 배치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AB63E-05E6-4596-A357-F5A3A3A9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4C1A3-DB2E-4B9B-BC55-7382C26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공간이 밝아지도록 조명 추가</a:t>
            </a:r>
          </a:p>
        </p:txBody>
      </p:sp>
    </p:spTree>
    <p:extLst>
      <p:ext uri="{BB962C8B-B14F-4D97-AF65-F5344CB8AC3E}">
        <p14:creationId xmlns:p14="http://schemas.microsoft.com/office/powerpoint/2010/main" val="11486385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DAF609-0893-47D5-B4F8-87834049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2. 포토보드 이동 및 대형 벽거울 설치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5F73A-3F37-4845-A1DD-79B306F6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d00c66314bfe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5143500" cy="28956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3bc5627ff4893"/>
          <a:srcRect xmlns:a="http://schemas.openxmlformats.org/drawingml/2006/main" l="3824" t="0" r="38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1435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7201D-56AB-40BC-B899-0C7A256D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현재 상태  ·  사진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483D2-FFA6-4021-86EA-7D3D045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제안 예시  ·  사진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08ACD-3E23-4658-A9B3-E342627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F06F9-39BC-4672-95EF-2D94168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현재 오른쪽에 있는 포토보드를 촬영방 사이 벽으로 이동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1F763-FE96-4312-8057-08BBD71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33BF8-9769-44DC-BCBE-968A9083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기존 포토보드 자리에는 아주 큰 벽거울 설치</a:t>
            </a:r>
          </a:p>
        </p:txBody>
      </p:sp>
    </p:spTree>
    <p:extLst>
      <p:ext uri="{BB962C8B-B14F-4D97-AF65-F5344CB8AC3E}">
        <p14:creationId xmlns:p14="http://schemas.microsoft.com/office/powerpoint/2010/main" val="32980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F204E-CC3E-473C-A5FB-0907E1FE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22222"/>
                </a:solidFill>
              </a:defRPr>
            </a:pPr>
            <a:r>
              <a:rPr sz="2625" b="1">
                <a:solidFill>
                  <a:srgbClr val="222222"/>
                </a:solidFill>
              </a:rPr>
              <a:t>3. 헤어드라이어 자리를 프롭 선반으로 변경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7E3AD-8D2D-4D6B-8A51-B48B59E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222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2598866c94524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5143500" cy="28956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e34d6a16a45df"/>
          <a:srcRect xmlns:a="http://schemas.openxmlformats.org/drawingml/2006/main" l="0" t="37009" r="0" b="37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638300"/>
            <a:ext cx="51435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60F6-4EEE-4721-898A-C8F0BB7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현재 상태  ·  사진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0572C-5F05-46EB-AE3D-85C910C9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95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</a:defRPr>
            </a:pPr>
            <a:r>
              <a:rPr sz="1350" b="1">
                <a:solidFill>
                  <a:srgbClr val="666666"/>
                </a:solidFill>
              </a:rPr>
              <a:t>제안 예시  ·  사진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CCC29-06F5-4082-A519-4199129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2ED60-234D-46F5-B21B-5610F63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5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왼쪽 헤어드라이어 테이블을 치우고, 해당 자리에 깔끔한 디자인의 프롭 선반 설치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07067-26C7-4666-9171-93FAFD2A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B2493-A0CC-4C89-A40A-E96DDFA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드라이어 테이블이 2개이므로 프롭 선반 2개 추가 가능 — 헤드기어용 1개, 머리띠용 1개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9CBE2-827C-4A41-AB77-EEF16E70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3E8C"/>
                </a:solidFill>
              </a:defRPr>
            </a:pPr>
            <a:r>
              <a:rPr sz="1575" b="1">
                <a:solidFill>
                  <a:srgbClr val="E83E8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2C2E1-A9B4-41FD-AA82-4FEFC115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프롭 선택지를 현재보다 약 1.5배 늘리는 방향</a:t>
            </a:r>
          </a:p>
        </p:txBody>
      </p:sp>
    </p:spTree>
    <p:extLst>
      <p:ext uri="{BB962C8B-B14F-4D97-AF65-F5344CB8AC3E}">
        <p14:creationId xmlns:p14="http://schemas.microsoft.com/office/powerpoint/2010/main" val="2039870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2026-07-15T12:04:16.6950000Z</dcterms:created>
  <dcterms:modified xsi:type="dcterms:W3CDTF">2026-07-15T12:04:16.6950000Z</dcterms:modified>
</coreProperties>
</file>